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Arial"/>
              </a:rPr>
              <a:t>Days until a silent pantry is noticed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until a silent pantry is noticed</c:v>
                </c:pt>
              </c:strCache>
            </c:strRef>
          </c:tx>
          <c:spPr>
            <a:solidFill>
              <a:srgbClr val="1E46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6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B9B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Silence Agent</c:v>
                  </c:pt>
                  <c:pt idx="1">
                    <c:v>Status quo (quarterly review)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</c:v>
                </c:pt>
                <c:pt idx="1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640080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3017520" y="1188720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0" y="822960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371600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0" y="5760720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0" y="6035040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5852160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126480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Shape 9"/>
          <p:cNvSpPr/>
          <p:nvPr/>
        </p:nvSpPr>
        <p:spPr>
          <a:xfrm>
            <a:off x="11247120" y="3291840"/>
            <a:ext cx="164592" cy="1645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14884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Silence Agent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2011680" y="329184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expensive supply-chain failures are the ones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don't announce themselves.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11680" y="4846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vigilance for food bank partner networks  •  built for Food Bank of Contra Costa &amp; Solano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59893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Nicole Trahan  •  AISCO Hackathon  •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unpredictable streams. Cash absorbs the failure.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Bank of Contra Costa &amp; Solano — from their own audited financial statements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5400000">
              <a:srgbClr val="999999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574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–$6.1M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30175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 deficit when donations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 and demand didn't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5400000">
              <a:srgbClr val="999999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20574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$10.8M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0" y="30175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panic-buying food that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— double the next year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8288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5400000">
              <a:srgbClr val="999999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0" y="20574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2 years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366760" y="30175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partner agencies are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(their own job posting)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5720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quietest failure of all:  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partner pantry stops ordering or a grocery donor slowly fades, no alarm exists. Nobody notices until a neighborhood loses food access — or cash replaces donations that slipped away.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589788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589788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0704" y="589788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1316736" y="589788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Shape 16"/>
          <p:cNvSpPr/>
          <p:nvPr/>
        </p:nvSpPr>
        <p:spPr>
          <a:xfrm>
            <a:off x="1572768" y="589788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0" y="589788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Shape 18"/>
          <p:cNvSpPr/>
          <p:nvPr/>
        </p:nvSpPr>
        <p:spPr>
          <a:xfrm>
            <a:off x="2084832" y="589788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Shape 19"/>
          <p:cNvSpPr/>
          <p:nvPr/>
        </p:nvSpPr>
        <p:spPr>
          <a:xfrm>
            <a:off x="2340864" y="589788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Shape 20"/>
          <p:cNvSpPr/>
          <p:nvPr/>
        </p:nvSpPr>
        <p:spPr>
          <a:xfrm>
            <a:off x="2596896" y="589788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3" name="Shape 21"/>
          <p:cNvSpPr/>
          <p:nvPr/>
        </p:nvSpPr>
        <p:spPr>
          <a:xfrm>
            <a:off x="2852928" y="5897880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108960" y="589788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5" name="Shape 23"/>
          <p:cNvSpPr/>
          <p:nvPr/>
        </p:nvSpPr>
        <p:spPr>
          <a:xfrm>
            <a:off x="3364992" y="589788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Shape 24"/>
          <p:cNvSpPr/>
          <p:nvPr/>
        </p:nvSpPr>
        <p:spPr>
          <a:xfrm>
            <a:off x="3621024" y="589788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7" name="Shape 25"/>
          <p:cNvSpPr/>
          <p:nvPr/>
        </p:nvSpPr>
        <p:spPr>
          <a:xfrm>
            <a:off x="3877056" y="589788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0" y="577900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 partner agencies — who notices when one goes quiet?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systems record everything — and watch nothing.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91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food banks have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24028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runs on Agency Express + Navision — every order logged (their AR job posting)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and reports — answers to questions someone thought to ask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Agency Relations coordinator (~$29/hr) carries ~245 partner relationships; formal monitoring = a site visit every other year (their own posting)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1E4620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691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nothing does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224028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a pantry that broke its 2-year ordering rhythm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a donor shrinking 5% a month — every week looks normal; only the trend is abnormal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fail for human reasons: volunteer burnout, a manager change, quiet financial stress. Nobody calls the food bank.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own AI-in-food-banking brief asks for exactly this (Theme 5):  </a:t>
            </a:r>
            <a:pPr algn="ctr" indent="0" marL="0">
              <a:buNone/>
            </a:pPr>
            <a:r>
              <a:rPr lang="en-US" sz="1650" i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 </a:t>
            </a:r>
            <a:pPr algn="ctr" indent="0" marL="0">
              <a:buNone/>
            </a:pPr>
            <a:r>
              <a:rPr lang="en-US" sz="1650" b="1" i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“before neighbors quietly stop coming”</a:t>
            </a:r>
            <a:pPr algn="ctr" indent="0" marL="0">
              <a:buNone/>
            </a:pPr>
            <a:r>
              <a:rPr lang="en-US" sz="1650" i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and show up with support before a partner has to ask.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agents. Three desks. One human decision.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783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WATCHER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sleeps. Two transparent rules learn every partner's own rhythm — auditable math decides WHETHER something is anomalous. No black box.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44348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E7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silent pantry: gap &gt; 2× own median interval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3E7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fading donor: 4-wk avg &lt; 80% of prior 12 wks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3E7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(+ same-time-last-year seasonal guard)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1E462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783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INVESTIGATOR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572000" y="233172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evidence with tools before recommending: order history (cold stop or taper?), neighbor agencies (isolated or regional?), local donors (shared upstream cause?). Produces hypothesis + confidence + purchase-impact estimate.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55448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783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DISPATCHER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66760" y="233172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each flag to the right desk with a drafted message: pantry flags → Agency Relations, donor flags → Food Sourcing, regional patterns → Director of Operations. A human reviews and sends — always.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one flagged agency in Antioch → investigator found two neighbors also dark → reclassified REGIONAL → dispatcher escalated to the director instead of emailing one pantry.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against a network we built to fail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 simulated agencies + 30 donors shaped to FBCCS's real scale. We injected 5 silent pantries and 3 fading donors — then scored the agent against the answer key.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5/5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pantries caught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697480" y="19659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3/3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697480" y="27889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fading donors caught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46320" y="19659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846320" y="27889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courtesy calls per quarter)</a:t>
            </a:r>
            <a:endParaRPr lang="en-US" sz="12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949440" y="1783080"/>
          <a:ext cx="4663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39776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 days of invisible coverage gap, eliminated.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 tested blind: a second network the agent had never seen — different anomaly count, different dates, plus a trap: an agency that slowed but kept ordering. Result: 4/4 unseen silences caught, 0 missed, trap correctly NOT flagged (the per-agency baseline adapts).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and reproducible — the live demo runs this exact pipeline on the blind data.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silence costs — at their audited $1.97/lb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733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silent pantry (built)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3911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$4,300 / month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77063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1,100 lbs × 2 missed cycles × $1.97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400–800 households unserved — invisibly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6733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fading store (built)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203911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$31K / year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537960" y="277063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lbs/wk lost × 52 × $1.97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no single week looked wrong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9136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forecasting trims panic-buying 5–10%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27939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7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$275–550K / year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22960" y="501091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purchased food swung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$10.8M → $5.5M in one year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37490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1E4620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39136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run the agent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427939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$1K / year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537960" y="501091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script + AI triage.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printer lease: $72K.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8978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sizing: low six figures directly, on a $157M operation — the cheapest lever with the most asymmetric payoff. You don't measure a smoke detector by average annual fire savings.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sits in the supply chain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270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DONATIONS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114800" y="15270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7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0" y="152704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Fading-donor detection catches inbound decline before the source is lost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06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ALLOCATING &amp; DISTRIBUTING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114800" y="2606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7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0" y="26060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Silent-pantry detection monitors the health of the 245-agency network — the mission's last mile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75304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8503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114800" y="368503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QUANTIFIED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0" y="368503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prices its replacement cost against their $5.5M purchased-food line; full forecasting = roadmap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654296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402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WAREHOUSING · PACKING · DELIVERY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114800" y="476402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— DELIBERATELY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0" y="4764024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of the chain announces its own failures. We took the ends, where failure is silent.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one food bank by design — ports to ~200 Feeding America banks as-is (same ordering platforms, same CSV in, same digest out). Aggregated silences also map where the safety net is fraying: root-cause intelligence for the mission their board funded.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has a document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–$6.1M FY2023 · $10.8M → $5.5M purchased food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46520" y="13716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FBCCS FY2024 audited financial statements (foodbankccs.org/about/financials)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130552"/>
            <a:ext cx="1101852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57984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$1.97/lb valuation · 245 agencies · gov't grants $8.3M→$4.8M · $500K Impact fund · $72K printer lease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46520" y="215798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FBCCS FY2025 audited financials + single audit (ProPublica, EIN 94-2418054)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16936"/>
            <a:ext cx="1101852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4436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monitored every other year · Navision + Agency Express · one coordinator, ~$29/hr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46520" y="294436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FBCCS Agency Relations Food Access Coordinator job posting (foodbankccs.org/careers)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1101852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30752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 neighbors quietly stop coming” — Theme 5; donor scoring — Theme 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373075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wish list by Judge Daniel Rodriguez, supply chain leader, Alameda County Community Food Bank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489704"/>
            <a:ext cx="1101852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517136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+ 3/3 injected anomalies caught · 17-day detection · blind test 4/4 with trap passed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46520" y="451713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prototype: seeded synthetic data, injected ground truth, reproducible on request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276088"/>
            <a:ext cx="1101852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3035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53M Americans (1 in 6) use food banks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46520" y="53035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America, via hackathon brief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E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never met their ops team — we read their filings. The first question of our pilot is the one their documents can't answer: which silence hurts most?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4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0" y="105156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4187952" y="105156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4443984" y="105156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4700016" y="105156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956048" y="105156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7" name="Shape 5"/>
          <p:cNvSpPr/>
          <p:nvPr/>
        </p:nvSpPr>
        <p:spPr>
          <a:xfrm>
            <a:off x="5212080" y="105156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Shape 6"/>
          <p:cNvSpPr/>
          <p:nvPr/>
        </p:nvSpPr>
        <p:spPr>
          <a:xfrm>
            <a:off x="5468112" y="105156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5724144" y="105156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Shape 8"/>
          <p:cNvSpPr/>
          <p:nvPr/>
        </p:nvSpPr>
        <p:spPr>
          <a:xfrm>
            <a:off x="5980176" y="105156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Shape 9"/>
          <p:cNvSpPr/>
          <p:nvPr/>
        </p:nvSpPr>
        <p:spPr>
          <a:xfrm>
            <a:off x="6236208" y="105156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0" y="105156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6748272" y="1051560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Shape 12"/>
          <p:cNvSpPr/>
          <p:nvPr/>
        </p:nvSpPr>
        <p:spPr>
          <a:xfrm>
            <a:off x="7004304" y="105156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Shape 13"/>
          <p:cNvSpPr/>
          <p:nvPr/>
        </p:nvSpPr>
        <p:spPr>
          <a:xfrm>
            <a:off x="7260336" y="105156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Shape 14"/>
          <p:cNvSpPr/>
          <p:nvPr/>
        </p:nvSpPr>
        <p:spPr>
          <a:xfrm>
            <a:off x="7516368" y="105156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0" y="105156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Shape 16"/>
          <p:cNvSpPr/>
          <p:nvPr/>
        </p:nvSpPr>
        <p:spPr>
          <a:xfrm>
            <a:off x="8028432" y="1051560"/>
            <a:ext cx="128016" cy="12801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187452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notices when the orders stop.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1371600" y="274320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something does.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1554480" y="379476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banking's future isn't more automation — it's anticipation.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CADC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Silence is the one thing a dashboard can't anticipate, because it's the absence of data. That's the gap we closed.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8920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a 2-week pilot with one food bank — a weekly CSV export in, a daily digest out. No new hardware, no integration project.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FB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FBCCS FY2024–FY2025 audited financial statements, Form 990 (ProPublica, EIN 94-2418054), FBCCS job postings &amp; partner-agency pages.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371600" y="57607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Nicole Trahan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2026-07-16T20:46:40Z</dcterms:created>
  <dcterms:modified xsi:type="dcterms:W3CDTF">2026-07-16T20:46:40Z</dcterms:modified>
</cp:coreProperties>
</file>